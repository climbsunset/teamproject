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인욱 황" userId="5e0e7a3613541956" providerId="LiveId" clId="{6835A65A-BE05-4CB9-AAF4-EF54F76A9668}"/>
    <pc:docChg chg="custSel addSld modSld">
      <pc:chgData name="인욱 황" userId="5e0e7a3613541956" providerId="LiveId" clId="{6835A65A-BE05-4CB9-AAF4-EF54F76A9668}" dt="2026-03-29T23:59:47.054" v="658" actId="20577"/>
      <pc:docMkLst>
        <pc:docMk/>
      </pc:docMkLst>
      <pc:sldChg chg="modSp mod">
        <pc:chgData name="인욱 황" userId="5e0e7a3613541956" providerId="LiveId" clId="{6835A65A-BE05-4CB9-AAF4-EF54F76A9668}" dt="2026-03-29T23:54:40.910" v="554" actId="20577"/>
        <pc:sldMkLst>
          <pc:docMk/>
          <pc:sldMk cId="3000382847" sldId="258"/>
        </pc:sldMkLst>
        <pc:spChg chg="mod">
          <ac:chgData name="인욱 황" userId="5e0e7a3613541956" providerId="LiveId" clId="{6835A65A-BE05-4CB9-AAF4-EF54F76A9668}" dt="2026-03-29T23:54:40.910" v="554" actId="20577"/>
          <ac:spMkLst>
            <pc:docMk/>
            <pc:sldMk cId="3000382847" sldId="258"/>
            <ac:spMk id="3" creationId="{40C7F7D6-42E5-8D3D-0F44-9DB3E4A9B3D2}"/>
          </ac:spMkLst>
        </pc:spChg>
      </pc:sldChg>
      <pc:sldChg chg="modSp mod">
        <pc:chgData name="인욱 황" userId="5e0e7a3613541956" providerId="LiveId" clId="{6835A65A-BE05-4CB9-AAF4-EF54F76A9668}" dt="2026-03-29T23:54:05.415" v="435" actId="20577"/>
        <pc:sldMkLst>
          <pc:docMk/>
          <pc:sldMk cId="1721383946" sldId="259"/>
        </pc:sldMkLst>
        <pc:spChg chg="mod">
          <ac:chgData name="인욱 황" userId="5e0e7a3613541956" providerId="LiveId" clId="{6835A65A-BE05-4CB9-AAF4-EF54F76A9668}" dt="2026-03-29T23:54:05.415" v="435" actId="20577"/>
          <ac:spMkLst>
            <pc:docMk/>
            <pc:sldMk cId="1721383946" sldId="259"/>
            <ac:spMk id="3" creationId="{5CBD9D5E-599B-336D-3982-E2953C521CCC}"/>
          </ac:spMkLst>
        </pc:spChg>
      </pc:sldChg>
      <pc:sldChg chg="modSp new mod">
        <pc:chgData name="인욱 황" userId="5e0e7a3613541956" providerId="LiveId" clId="{6835A65A-BE05-4CB9-AAF4-EF54F76A9668}" dt="2026-03-29T23:59:47.054" v="658" actId="20577"/>
        <pc:sldMkLst>
          <pc:docMk/>
          <pc:sldMk cId="2651221133" sldId="260"/>
        </pc:sldMkLst>
        <pc:spChg chg="mod">
          <ac:chgData name="인욱 황" userId="5e0e7a3613541956" providerId="LiveId" clId="{6835A65A-BE05-4CB9-AAF4-EF54F76A9668}" dt="2026-03-29T23:59:33.450" v="598" actId="20577"/>
          <ac:spMkLst>
            <pc:docMk/>
            <pc:sldMk cId="2651221133" sldId="260"/>
            <ac:spMk id="2" creationId="{DA3E317C-D876-C6A2-EC76-409C693D0B9C}"/>
          </ac:spMkLst>
        </pc:spChg>
        <pc:spChg chg="mod">
          <ac:chgData name="인욱 황" userId="5e0e7a3613541956" providerId="LiveId" clId="{6835A65A-BE05-4CB9-AAF4-EF54F76A9668}" dt="2026-03-29T23:59:47.054" v="658" actId="20577"/>
          <ac:spMkLst>
            <pc:docMk/>
            <pc:sldMk cId="2651221133" sldId="260"/>
            <ac:spMk id="3" creationId="{84428BDC-A8A9-6CFF-4D02-A2882DACB6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38FADB-83DD-3D78-5CDD-2C1B049FB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9445B34-E562-BD78-2EF3-B588C79FF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A492B6-850F-2EF2-98E0-3EEE86EB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0471DA-527E-46CB-4BAA-117A2CFC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76CACA-9935-99A1-330A-4C504485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FE982-8518-F835-53F6-FD0BF21F6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ACBCCC-11B7-B04F-FF1A-BD4EBC3C5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930442-A0CB-8CFC-2A6C-032F78106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5C175E-7274-FA34-39B6-E2B4F792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8035EA-7081-B784-10E5-D258D8A8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9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CCE74-6558-6CBA-D003-48C0C53F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DB0B42-3A73-30D3-F1DD-5D7513C7C8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BC30FE-1550-04C4-F24E-D7690BDCB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0A872B-5B17-D19F-C46D-01D2363F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86FD35-7962-8E88-2BB1-BBEF0219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27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EB1B8-B4EB-097D-DEF3-AA3E0793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33E1B0-6AE8-3FEE-96CC-5EC895D6A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638724-CBC3-5848-C578-B46CC75B0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A15522-BD23-166C-708C-E434B202D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76CDE3-9D5E-F339-EC18-39220C03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68D8DB-4031-E721-ABC8-81EED3BA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619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7A535-9ED3-B0E4-BB8C-BFD9B7F6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35DF06-6180-5199-3176-0877727DD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B11A33-C8FC-21DA-8B23-1EF523E6E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F52590-F3D3-C264-7258-6ACB30846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E1A4BBC-630D-8250-B317-6B2819B01D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1263E14-140C-91BF-A567-BEC499CB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3669B7-BBCF-F83D-9BEA-7A5F754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1C05AC0-DA45-259F-F9C7-85FF99FE3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70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B79B7F-0F14-3929-5DA5-05C45119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4014DC-C2BA-AED3-F496-6BC34A404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9CF8C2-8198-DA0A-CEA5-A0B80FA62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DEADCD-AECE-8224-2D29-BB580A06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670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8637C8-CEDC-1CEF-33D0-61422ED5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FAFE8A-CAC3-6AA6-B2B2-363E8354B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64265E-06C8-77C7-8F42-1DAB8F158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237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B4DE4-2605-FC99-BDEB-450EE0C6B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75483-765F-8136-71DA-25E0378B7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C30035-CE09-05E2-5BCF-EF777D94D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68D232-B6EB-98A4-681D-157DB597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52E6A5-7A4C-240B-FE38-4C4F57A46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E88E388-9EF5-6027-79A5-5A87474DC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928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896DB-9D24-1996-381C-A462C19F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0ADAEA3-4F07-D579-8D05-E327F2CB9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849804-F400-B086-5D41-C0BB9F931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93E93B-1BAF-4A0F-A4FC-640D6EFA4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52F0C-EEF2-5A3B-4142-37D14F12A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76423A-4898-98E8-F207-A995A1448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296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1A738-3A7F-BD37-3097-77FA1535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AC088FB-E96F-72A0-CF69-25F2B2DB6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59D18F-31BC-A172-18E8-9ED4F90F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36C80A-AABE-7C95-E539-83D3E6136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E257F8-CD40-5275-16D8-F56D3E4C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335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6B5EB46-FDE5-B347-269F-8CA0F6939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B3BD74-DF8A-0072-0941-929C58B10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5CC9A2-9C32-4458-F504-FBF1EEA41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924979-D72F-B0EC-1EB6-13E36D06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64E15A-D34C-A8C4-4DCD-B7FA75C7C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520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D166367-6A79-EC57-A7B1-EA5292B7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797756-7F46-C6FF-B8AE-28AB2E9A91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897271-CD7E-DE75-D913-94B6D5093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4178B-E5BB-4D2E-BB99-CCBDD0080031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86876B-0858-056E-EF3E-119FC101E8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C9664-0D2B-3C2B-5327-A5303514A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6B7C65-08D4-4611-A881-86E1DDA399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816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18711-1049-60A0-7E3D-BA1B8B50D5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가오나시</a:t>
            </a:r>
            <a:r>
              <a:rPr lang="ko-KR" altLang="en-US" dirty="0"/>
              <a:t> 키우기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6A16F9-7BC4-772D-EEB1-B0FEFB02B5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컴과</a:t>
            </a:r>
            <a:r>
              <a:rPr lang="ko-KR" altLang="en-US" dirty="0"/>
              <a:t> 코딩의 행방불명 </a:t>
            </a:r>
            <a:r>
              <a:rPr lang="en-US" altLang="ko-KR" dirty="0"/>
              <a:t>(14</a:t>
            </a:r>
            <a:r>
              <a:rPr lang="ko-KR" altLang="en-US" dirty="0"/>
              <a:t>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507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A7658-CA51-24E2-DDB9-A3279BFD9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팀 별 역할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C7F7D6-42E5-8D3D-0F44-9DB3E4A9B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역할</a:t>
            </a:r>
            <a:r>
              <a:rPr lang="en-US" altLang="ko-KR" dirty="0"/>
              <a:t>) </a:t>
            </a:r>
          </a:p>
          <a:p>
            <a:pPr marL="0" indent="0">
              <a:buNone/>
            </a:pPr>
            <a:r>
              <a:rPr lang="ko-KR" altLang="en-US" dirty="0"/>
              <a:t>캐릭터</a:t>
            </a:r>
            <a:r>
              <a:rPr lang="en-US" altLang="ko-KR" dirty="0"/>
              <a:t>: </a:t>
            </a:r>
            <a:r>
              <a:rPr lang="ko-KR" altLang="en-US" dirty="0" err="1"/>
              <a:t>남다희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몬스터</a:t>
            </a:r>
            <a:r>
              <a:rPr lang="en-US" altLang="ko-KR" dirty="0"/>
              <a:t>: </a:t>
            </a:r>
            <a:r>
              <a:rPr lang="ko-KR" altLang="en-US" dirty="0" err="1"/>
              <a:t>김준태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전투 시스템</a:t>
            </a:r>
            <a:r>
              <a:rPr lang="en-US" altLang="ko-KR" dirty="0"/>
              <a:t>: </a:t>
            </a:r>
            <a:r>
              <a:rPr lang="ko-KR" altLang="en-US" dirty="0" err="1"/>
              <a:t>김승하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r>
              <a:rPr lang="ko-KR" altLang="en-US" dirty="0" err="1"/>
              <a:t>레벨업</a:t>
            </a:r>
            <a:r>
              <a:rPr lang="en-US" altLang="ko-KR" dirty="0"/>
              <a:t>: </a:t>
            </a:r>
            <a:r>
              <a:rPr lang="ko-KR" altLang="en-US" dirty="0" err="1"/>
              <a:t>임기정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아이템</a:t>
            </a:r>
            <a:r>
              <a:rPr lang="en-US" altLang="ko-KR" dirty="0"/>
              <a:t>: </a:t>
            </a:r>
            <a:r>
              <a:rPr lang="ko-KR" altLang="en-US" dirty="0"/>
              <a:t>유승서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게임 로그 확인</a:t>
            </a:r>
            <a:r>
              <a:rPr lang="en-US" altLang="ko-KR" dirty="0"/>
              <a:t>: </a:t>
            </a:r>
            <a:r>
              <a:rPr lang="ko-KR" altLang="en-US" dirty="0"/>
              <a:t>황인성 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발표는 제가 하려고 했는데</a:t>
            </a:r>
            <a:r>
              <a:rPr lang="en-US" altLang="ko-KR" dirty="0"/>
              <a:t>, </a:t>
            </a:r>
            <a:r>
              <a:rPr lang="ko-KR" altLang="en-US" dirty="0"/>
              <a:t>마이크가 </a:t>
            </a:r>
            <a:r>
              <a:rPr lang="ko-KR" altLang="en-US" dirty="0" err="1"/>
              <a:t>안되서</a:t>
            </a:r>
            <a:r>
              <a:rPr lang="ko-KR" altLang="en-US" dirty="0"/>
              <a:t> 추후 정할 예정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382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55F61D-2FA4-40D2-475E-1AA0BE2C8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캐릭터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305397-3FAE-BD5C-E78A-EF87E4562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캐릭터는 기존의 인간형이 아닌 액체형 몬스터인 </a:t>
            </a:r>
            <a:r>
              <a:rPr lang="ko-KR" altLang="en-US" dirty="0" err="1"/>
              <a:t>슬라임</a:t>
            </a:r>
            <a:r>
              <a:rPr lang="ko-KR" altLang="en-US" dirty="0"/>
              <a:t> 계통으로 정했고</a:t>
            </a:r>
            <a:r>
              <a:rPr lang="en-US" altLang="ko-KR" dirty="0"/>
              <a:t>, </a:t>
            </a:r>
            <a:r>
              <a:rPr lang="ko-KR" altLang="en-US" dirty="0"/>
              <a:t>그 중에서도 </a:t>
            </a:r>
            <a:r>
              <a:rPr lang="ko-KR" altLang="en-US" dirty="0" err="1"/>
              <a:t>센과</a:t>
            </a:r>
            <a:r>
              <a:rPr lang="ko-KR" altLang="en-US" dirty="0"/>
              <a:t> </a:t>
            </a:r>
            <a:r>
              <a:rPr lang="ko-KR" altLang="en-US" dirty="0" err="1"/>
              <a:t>치히로의</a:t>
            </a:r>
            <a:r>
              <a:rPr lang="ko-KR" altLang="en-US" dirty="0"/>
              <a:t> 행방불명에 나온 </a:t>
            </a:r>
            <a:r>
              <a:rPr lang="ko-KR" altLang="en-US" dirty="0" err="1"/>
              <a:t>가오나시가</a:t>
            </a:r>
            <a:r>
              <a:rPr lang="ko-KR" altLang="en-US" dirty="0"/>
              <a:t> 그 모티브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기존 게임 캐릭터와 다르게 흡수하여 능력치를 얻는 것을 그 모티브로 삼았다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참고로 영화에서 </a:t>
            </a:r>
            <a:r>
              <a:rPr lang="ko-KR" altLang="en-US" dirty="0" err="1"/>
              <a:t>가오나시는</a:t>
            </a:r>
            <a:r>
              <a:rPr lang="ko-KR" altLang="en-US" dirty="0"/>
              <a:t> 똑같이 인물을 흡수해 능력 혹은 목소리를 복사한다는 것에서 착안했다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981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187B10-3345-DEB8-1026-6E1A2D2E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가오나시의</a:t>
            </a:r>
            <a:r>
              <a:rPr lang="ko-KR" altLang="en-US" dirty="0"/>
              <a:t> 스킬 및 공격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BD9D5E-599B-336D-3982-E2953C521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가오나시는</a:t>
            </a:r>
            <a:r>
              <a:rPr lang="ko-KR" altLang="en-US" dirty="0"/>
              <a:t> 공격과 흡수는 별개로 취급합니다</a:t>
            </a:r>
            <a:r>
              <a:rPr lang="en-US" altLang="ko-KR" dirty="0"/>
              <a:t>. </a:t>
            </a:r>
            <a:r>
              <a:rPr lang="ko-KR" altLang="en-US" dirty="0"/>
              <a:t>추가로 스킬은 흡수 및 능력 획득으로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그냥 흡수해 능력을 얻는 것은 재미가 없기에 </a:t>
            </a:r>
            <a:r>
              <a:rPr lang="ko-KR" altLang="en-US" dirty="0" err="1"/>
              <a:t>김승하</a:t>
            </a:r>
            <a:r>
              <a:rPr lang="ko-KR" altLang="en-US" dirty="0"/>
              <a:t> 조원님의 의견을 반영하여 일종의 </a:t>
            </a:r>
            <a:r>
              <a:rPr lang="ko-KR" altLang="en-US" dirty="0" err="1"/>
              <a:t>운적인</a:t>
            </a:r>
            <a:r>
              <a:rPr lang="ko-KR" altLang="en-US" dirty="0"/>
              <a:t> 요소를 첨가했다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예시</a:t>
            </a:r>
            <a:r>
              <a:rPr lang="en-US" altLang="ko-KR" dirty="0"/>
              <a:t>: </a:t>
            </a:r>
            <a:r>
              <a:rPr lang="ko-KR" altLang="en-US" dirty="0" err="1"/>
              <a:t>가오나시가</a:t>
            </a:r>
            <a:r>
              <a:rPr lang="ko-KR" altLang="en-US" dirty="0"/>
              <a:t> 몬스터를 공격해 흡수하면 주사위 등을 굴려 확률을 정해 결정하고 일정 확률이 되면 성공</a:t>
            </a:r>
            <a:r>
              <a:rPr lang="en-US" altLang="ko-KR" dirty="0"/>
              <a:t>, </a:t>
            </a:r>
            <a:r>
              <a:rPr lang="ko-KR" altLang="en-US" dirty="0"/>
              <a:t>안되면 실패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1383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AD584-55CA-AB3B-8223-01B43284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5B55C-D2EB-1763-4F60-2C35EED5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사용한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86A292-B520-BCA0-33F6-12E31B0A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Player.cpp (</a:t>
            </a:r>
            <a:r>
              <a:rPr lang="ko-KR" altLang="en-US" dirty="0" err="1"/>
              <a:t>레벨업</a:t>
            </a:r>
            <a:r>
              <a:rPr lang="ko-KR" altLang="en-US" dirty="0"/>
              <a:t> 포함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Monster.cpp</a:t>
            </a:r>
          </a:p>
          <a:p>
            <a:r>
              <a:rPr lang="en-US" altLang="ko-KR" dirty="0"/>
              <a:t>BattleSystem.cpp</a:t>
            </a:r>
          </a:p>
          <a:p>
            <a:r>
              <a:rPr lang="en-US" altLang="ko-KR" dirty="0"/>
              <a:t>Inventory.cpp</a:t>
            </a:r>
          </a:p>
          <a:p>
            <a:r>
              <a:rPr lang="en-US" altLang="ko-KR" dirty="0"/>
              <a:t>Log.cpp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9725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E317C-D876-C6A2-EC76-409C693D0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조별 과제를 하면서 느낀 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428BDC-A8A9-6CFF-4D02-A2882DACB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게임 개발은 혼자서 하는 것이 아닌 함께해야 한다는 것을 알게 되었지만 의견 차이가 있다는 것에 좀 힘들었다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의견도 맞지 않아서 까다로웠고 무엇보다 제한된 범위에서 한계까지 올렸다는 것에도 지쳤다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그래도 조별과제를 통해 어떻게 해야 할 지 갈피를 잡은 것 같다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1221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219</Words>
  <Application>Microsoft Office PowerPoint</Application>
  <PresentationFormat>와이드스크린</PresentationFormat>
  <Paragraphs>29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가오나시 키우기</vt:lpstr>
      <vt:lpstr>팀 별 역할 소개</vt:lpstr>
      <vt:lpstr>캐릭터 소개</vt:lpstr>
      <vt:lpstr>가오나시의 스킬 및 공격</vt:lpstr>
      <vt:lpstr>사용한 함수</vt:lpstr>
      <vt:lpstr>조별 과제를 하면서 느낀 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인욱 황</dc:creator>
  <cp:lastModifiedBy>인욱 황</cp:lastModifiedBy>
  <cp:revision>6</cp:revision>
  <dcterms:created xsi:type="dcterms:W3CDTF">2026-03-27T08:44:39Z</dcterms:created>
  <dcterms:modified xsi:type="dcterms:W3CDTF">2026-03-30T02:40:32Z</dcterms:modified>
</cp:coreProperties>
</file>